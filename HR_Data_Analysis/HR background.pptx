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3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7030A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90000"/>
              </a:schemeClr>
            </a:gs>
            <a:gs pos="100000">
              <a:srgbClr val="7030A0">
                <a:alpha val="8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chemeClr val="accent6">
                  <a:lumMod val="50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0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DD9C7-0EB9-6B66-ED1B-1DB2536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0"/>
            <a:ext cx="12139613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8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0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5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Saiful Quadir</cp:lastModifiedBy>
  <cp:revision>3</cp:revision>
  <dcterms:created xsi:type="dcterms:W3CDTF">2022-12-04T04:32:33Z</dcterms:created>
  <dcterms:modified xsi:type="dcterms:W3CDTF">2025-01-21T21:26:21Z</dcterms:modified>
</cp:coreProperties>
</file>