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9A1D4AB4-9CBE-46A3-B6EC-ED29E5339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401" y="1756229"/>
            <a:ext cx="9144000" cy="311807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CA" b="1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New condominium apartment price indexes</a:t>
            </a:r>
            <a:br>
              <a:rPr lang="en-CA" b="1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</a:br>
            <a:br>
              <a:rPr lang="en-CA" b="1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</a:br>
            <a:r>
              <a:rPr lang="en-CA" sz="4000" b="1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Data Year: 2017-2024</a:t>
            </a:r>
            <a:endParaRPr lang="en-CA" b="1" i="0" dirty="0">
              <a:solidFill>
                <a:srgbClr val="333333"/>
              </a:solidFill>
              <a:effectLst/>
              <a:latin typeface="La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Ontario_DB">
            <a:extLst>
              <a:ext uri="{FF2B5EF4-FFF2-40B4-BE49-F238E27FC236}">
                <a16:creationId xmlns:a16="http://schemas.microsoft.com/office/drawing/2014/main" id="{CCB06FF6-CFD6-452C-8433-A287CE560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British_Columbia_DB">
            <a:extLst>
              <a:ext uri="{FF2B5EF4-FFF2-40B4-BE49-F238E27FC236}">
                <a16:creationId xmlns:a16="http://schemas.microsoft.com/office/drawing/2014/main" id="{C4A1F87B-18C4-4A90-BFA3-966B6A638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Quebec_DB">
            <a:extLst>
              <a:ext uri="{FF2B5EF4-FFF2-40B4-BE49-F238E27FC236}">
                <a16:creationId xmlns:a16="http://schemas.microsoft.com/office/drawing/2014/main" id="{8E130543-FA4F-45E3-A60C-746491034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Alberta_DB">
            <a:extLst>
              <a:ext uri="{FF2B5EF4-FFF2-40B4-BE49-F238E27FC236}">
                <a16:creationId xmlns:a16="http://schemas.microsoft.com/office/drawing/2014/main" id="{66E11B5A-34A2-46A3-BD1E-78E0BEDF8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Nova Scotia_DB">
            <a:extLst>
              <a:ext uri="{FF2B5EF4-FFF2-40B4-BE49-F238E27FC236}">
                <a16:creationId xmlns:a16="http://schemas.microsoft.com/office/drawing/2014/main" id="{6B3DA33A-B101-4BF7-91DA-2930989A5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ummary">
            <a:extLst>
              <a:ext uri="{FF2B5EF4-FFF2-40B4-BE49-F238E27FC236}">
                <a16:creationId xmlns:a16="http://schemas.microsoft.com/office/drawing/2014/main" id="{DEBF2ED4-E1BF-4008-BD7E-68B698FBC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</Words>
  <Application>Microsoft Macintosh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Office Theme</vt:lpstr>
      <vt:lpstr>New condominium apartment price indexes  Data Year: 2017-2024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Saiful Quadir</cp:lastModifiedBy>
  <cp:revision>2</cp:revision>
  <dcterms:created xsi:type="dcterms:W3CDTF">2025-01-18T21:25:01Z</dcterms:created>
  <dcterms:modified xsi:type="dcterms:W3CDTF">2025-01-18T21:33:49Z</dcterms:modified>
</cp:coreProperties>
</file>