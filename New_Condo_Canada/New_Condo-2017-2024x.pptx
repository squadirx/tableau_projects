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E744C069-6BEA-47BA-9FAB-9C5E320E1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5" y="1698172"/>
            <a:ext cx="9144000" cy="2948260"/>
          </a:xfrm>
        </p:spPr>
        <p:txBody>
          <a:bodyPr>
            <a:normAutofit fontScale="90000"/>
          </a:bodyPr>
          <a:lstStyle/>
          <a:p>
            <a: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New condominium apartment price indexes</a:t>
            </a:r>
            <a:b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</a:br>
            <a:br>
              <a:rPr lang="en-CA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</a:br>
            <a:r>
              <a:rPr lang="en-CA" sz="4000" b="1" i="0" dirty="0">
                <a:solidFill>
                  <a:srgbClr val="333333"/>
                </a:solidFill>
                <a:effectLst/>
                <a:latin typeface="Lato" panose="020F0502020204030204" pitchFamily="34" charset="0"/>
              </a:rPr>
              <a:t>Data Year: 2017-2024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Ontario_DB">
            <a:extLst>
              <a:ext uri="{FF2B5EF4-FFF2-40B4-BE49-F238E27FC236}">
                <a16:creationId xmlns:a16="http://schemas.microsoft.com/office/drawing/2014/main" id="{238FA6E8-FA3C-4108-8C5A-C2598E97A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British_Columbia_DB">
            <a:extLst>
              <a:ext uri="{FF2B5EF4-FFF2-40B4-BE49-F238E27FC236}">
                <a16:creationId xmlns:a16="http://schemas.microsoft.com/office/drawing/2014/main" id="{749C93E9-10AA-4DC0-ACBA-444600856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Quebec_DB">
            <a:extLst>
              <a:ext uri="{FF2B5EF4-FFF2-40B4-BE49-F238E27FC236}">
                <a16:creationId xmlns:a16="http://schemas.microsoft.com/office/drawing/2014/main" id="{CD4295CB-D071-4EE3-B35D-7A4C40B72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Alberta_DB">
            <a:extLst>
              <a:ext uri="{FF2B5EF4-FFF2-40B4-BE49-F238E27FC236}">
                <a16:creationId xmlns:a16="http://schemas.microsoft.com/office/drawing/2014/main" id="{C98D569D-DE07-4352-BFD4-3D143B80A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Nova Scotia_DB">
            <a:extLst>
              <a:ext uri="{FF2B5EF4-FFF2-40B4-BE49-F238E27FC236}">
                <a16:creationId xmlns:a16="http://schemas.microsoft.com/office/drawing/2014/main" id="{83162ED5-BA0B-4BCD-A9D0-769C0BB48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Summary">
            <a:extLst>
              <a:ext uri="{FF2B5EF4-FFF2-40B4-BE49-F238E27FC236}">
                <a16:creationId xmlns:a16="http://schemas.microsoft.com/office/drawing/2014/main" id="{D2237983-D2EA-42E9-B80D-D20687D8D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Lato</vt:lpstr>
      <vt:lpstr>Office Theme</vt:lpstr>
      <vt:lpstr>New condominium apartment price indexes  Data Year: 2017-2024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Saiful Quadir</cp:lastModifiedBy>
  <cp:revision>1</cp:revision>
  <dcterms:created xsi:type="dcterms:W3CDTF">2025-01-18T22:20:17Z</dcterms:created>
  <dcterms:modified xsi:type="dcterms:W3CDTF">2025-01-18T22:35:45Z</dcterms:modified>
</cp:coreProperties>
</file>