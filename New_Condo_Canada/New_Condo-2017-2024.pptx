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8A1130D-F722-46D9-A052-29913173A55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New_Condo-2017-2024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4A7AED9-7959-479C-A079-1E1B87860EC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2025-01-18 5:15:46 p.m. 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ntario_DB" id="2" name="slide2">
            <a:extLst>
              <a:ext uri="{FF2B5EF4-FFF2-40B4-BE49-F238E27FC236}">
                <a16:creationId xmlns:a16="http://schemas.microsoft.com/office/drawing/2014/main" id="{78F9B565-31DF-4A0A-9766-6B48B87F0F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itish_Columbia_DB" id="3" name="slide3">
            <a:extLst>
              <a:ext uri="{FF2B5EF4-FFF2-40B4-BE49-F238E27FC236}">
                <a16:creationId xmlns:a16="http://schemas.microsoft.com/office/drawing/2014/main" id="{BF95DC58-E9EF-42E4-88B4-54CA3AC63C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bec_DB" id="4" name="slide4">
            <a:extLst>
              <a:ext uri="{FF2B5EF4-FFF2-40B4-BE49-F238E27FC236}">
                <a16:creationId xmlns:a16="http://schemas.microsoft.com/office/drawing/2014/main" id="{C63400B6-45F7-44BD-B1D9-EDE6AECD94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lberta_DB" id="5" name="slide5">
            <a:extLst>
              <a:ext uri="{FF2B5EF4-FFF2-40B4-BE49-F238E27FC236}">
                <a16:creationId xmlns:a16="http://schemas.microsoft.com/office/drawing/2014/main" id="{D206678E-34F4-4C8F-991E-55A0A759517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va Scotia_DB" id="6" name="slide6">
            <a:extLst>
              <a:ext uri="{FF2B5EF4-FFF2-40B4-BE49-F238E27FC236}">
                <a16:creationId xmlns:a16="http://schemas.microsoft.com/office/drawing/2014/main" id="{6E4249C4-7911-4C7C-96A0-FF0500909B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mmary" id="7" name="slide7">
            <a:extLst>
              <a:ext uri="{FF2B5EF4-FFF2-40B4-BE49-F238E27FC236}">
                <a16:creationId xmlns:a16="http://schemas.microsoft.com/office/drawing/2014/main" id="{C088B94A-168C-464C-A8E2-61C3D8D00F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2025-01-18T22:15:46Z</dcterms:created>
  <dcterms:modified xsi:type="dcterms:W3CDTF">2025-01-18T22:15:46Z</dcterms:modified>
</cp:coreProperties>
</file>